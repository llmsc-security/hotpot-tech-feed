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6000" b="1" i="0">
                <a:solidFill>
                  <a:srgbClr val="1F1F1F"/>
                </a:solidFill>
                <a:latin typeface="Calibri"/>
              </a:rPr>
              <a:t>🌶️ Hotpot Tech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600" b="0" i="0">
                <a:solidFill>
                  <a:srgbClr val="B91C1C"/>
                </a:solidFill>
                <a:latin typeface="Calibri"/>
              </a:rPr>
              <a:t>A daily CS digest, driven by an LLM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Self-hosted feed reader that ingests papers, blogs, and lab announcements,
classifies them with Qwen3.5, and answers natural-language search queries.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Stack  ·  FastAPI · Postgres · Redis · Qdrant · React · nginx · Qwen3.5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Repo  ·  github.com/llmsc-security/Hotpot-Tech-Feed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F1F1F"/>
                </a:solidFill>
                <a:latin typeface="Calibri"/>
              </a:rPr>
              <a:t>1 ·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229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217920" cy="475488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nginx (port 50002) is the only host-facing service; it serves the React SPA and reverse-proxies /api/* to the backend over an internal docker network.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FastAPI runs the REST API and the hotpot CLI (ingest-now, enrich-all, send-test-digest, …).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Postgres 16 holds items, sources, tags, and contributions in a named volume — durable across restarts.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Redis is the Celery broker, idle until you turn the worker 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Qdrant stores embeddings; off by default (flip EMBEDDINGS_ENABLED=true to enable semantic dedup).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371600"/>
            <a:ext cx="4663440" cy="43891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host :50002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│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▼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┌────────┐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│ nginx  │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└────┬───┘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 │   internal docker network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 ▼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┌────────┐    ┌──────────┐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│FastAPI │ ─► │ Postgres │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│ + CLI  │ ─► │  Redis   │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└────────┘ ─► │  Qdrant  │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          └──────────┘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F1F1F"/>
                </a:solidFill>
                <a:latin typeface="Calibri"/>
              </a:rPr>
              <a:t>2 · LLM-driven search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229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User types in plain English. Qwen3.5 returns structured filters. The UI applies them as removable chips.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64240" cy="29260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"openai 2026 blog posts, newest first"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   │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   ▼   POST /api/items/nl-search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   │   (extra_body: enable_thinking=false)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   │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"content_type": "lab_announcement",  ← AI-lab posts ≠ "blog"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"source":       "openai",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"year":         2026,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"sort":         "date_desc"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Few-shot prompt with taxonomy hints: OpenAI / DeepMind / Meta AI ⇒ lab_announcement, not blog.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Defensive parsing: strips &lt;/think&gt; blocks; falls back to plain title-substring search if the LLM emits all-null JSON.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No hardcoded UI dropdowns — the agent owns the search surface; chips are the only knobs.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F1F1F"/>
                </a:solidFill>
                <a:latin typeface="Calibri"/>
              </a:rPr>
              <a:t>3 · Parallel ingest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229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47 sources × ~85 items × 1 LLM call/item is wall-clock bound on the LLM, not CPU. Solution: thread-per-item.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19202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def ingest_source(db, source, workers=settings.ingest_workers):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raw_items = adapter.fetch()              # one HTTP per source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new_ids   = persist_and_dedup(db, raw_items)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db.commit()                              # publish before fan-out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with ThreadPoolExecutor(max_workers=workers) as ex: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  list(ex.map(_enrich_one, new_ids))   # one session per 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6858000" cy="23774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Knobs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6400800" cy="182880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ingest_workers  =  min(32, cpu // 2)  — per-item LLM enrichment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ingest_source_workers  =  1  — source-level fan-out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DB pool_size  =  max(20, workers + 8)  — one session per worker, no contention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931920"/>
            <a:ext cx="3931920" cy="237744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4023360"/>
            <a:ext cx="35661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434840"/>
            <a:ext cx="3566160" cy="1828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47 sources
3,889 fetched
3,516 new
373 dup
7 errors
~7 minutes end-to-end
(32 LLM threads on a 256-core host)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F1F1F"/>
                </a:solidFill>
                <a:latin typeface="Calibri"/>
              </a:rPr>
              <a:t>4 · Contribute &amp; dedup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229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Anyone can paste a URL. Qwen reads it; the system classifies, dedups, and the item lands in the feed.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2179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B91C1C"/>
                </a:solidFill>
                <a:latin typeface="Calibri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6217920" cy="411480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Validate URL (scheme + host).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Fetch HTML with project User-Agent + 20s timeout.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Pick the longer of &lt;title&gt; / og:title (≥ 2 words, &gt; 5 chars — kills false dedup matches).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Three-stage dedup: ① canonical-URL match  ② title token_set_ratio ≥ 0.90 (7-day window)  ③ embedding cosine ≥ 0.92 (when enabled).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LLM classifies → topics + content_type + tags.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Insert as Item under built-in 'User contributions'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828800"/>
            <a:ext cx="46634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 i="0">
                <a:solidFill>
                  <a:srgbClr val="B91C1C"/>
                </a:solidFill>
                <a:latin typeface="Calibri"/>
              </a:rPr>
              <a:t>Failure 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240280"/>
            <a:ext cx="4663440" cy="30175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422 {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"detail": {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"message": "Server returned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          HTTP 404.",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"hint": "We need a publicly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       accessible HTML page —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           not a paywalled URL."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}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5349240"/>
            <a:ext cx="466344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The modal renders message + hint inline so the user knows how to fix the input — no opaque 500s.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F1F1F"/>
                </a:solidFill>
                <a:latin typeface="Calibri"/>
              </a:rPr>
              <a:t>5 · Tutorial — Deploy in one 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229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Prereqs: Docker 20+ with the compose-v2 plugin.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14630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git clone https://github.com/llmsc-security/Hotpot-Tech-Feed.git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cd Hotpot-Tech-Feed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cp .env.example .env       # set OPENAI_API_KEY, HOST_PORT (default 50002)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bash start.sh              # builds images, brings up the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start.sh is idempotent: rebuilds, comes up on an internal network, waits for /healthz, prints URLs.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11064240" cy="13716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Hotpot Tech Feed is running.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Open in browser →  http://127.0.0.1:50002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API docs        →  http://127.0.0.1:50002/docs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  Health          →  http://127.0.0.1:50002/healthz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1F1F1F"/>
                </a:solidFill>
                <a:latin typeface="Calibri"/>
              </a:rPr>
              <a:t>First-time backfill: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52160"/>
            <a:ext cx="11064240" cy="9144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docker compose run --rm backend hotpot ingest-now              # default cpu/2 workers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docker compose run --rm backend hotpot ingest-now --workers 16 # override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400" b="1" i="0">
                <a:solidFill>
                  <a:srgbClr val="1F1F1F"/>
                </a:solidFill>
                <a:latin typeface="Calibri"/>
              </a:rPr>
              <a:t>6 · Tutorial — Migrate to another PC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229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Volumes are machine-local. backup.sh / restore.sh turn the live state into a single ~2 MB archive that drops cleanly into any new host.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B91C1C"/>
                </a:solidFill>
                <a:latin typeface="Calibri"/>
              </a:rPr>
              <a:t>Backup (old PC)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1064240" cy="15544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bash backup.sh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# → backups/hotpot-20260430-044721Z.tar.gz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#   contains: postgres.dump (pg_dump -Fc), qdrant.tar.gz,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#             env.backup, manifest.json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B91C1C"/>
                </a:solidFill>
                <a:latin typeface="Calibri"/>
              </a:rPr>
              <a:t>Restore (new PC)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80560"/>
            <a:ext cx="11064240" cy="19202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git clone https://github.com/llmsc-security/Hotpot-Tech-Feed.git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cd Hotpot-Tech-Feed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bash start.sh                              # empty stack, all defaults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scp old-host:.../hotpot-*.tar.gz .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bash restore.sh hotpot-20260430-044721Z.tar.gz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# stops backend → drops &amp; recreates DB → pg_restore →</a:t>
            </a:r>
          </a:p>
          <a:p>
            <a:pPr algn="l"/>
            <a:r>
              <a:rPr sz="1400">
                <a:solidFill>
                  <a:srgbClr val="E2E8F0"/>
                </a:solidFill>
                <a:latin typeface="Consolas"/>
              </a:rPr>
              <a:t># restarts → prints /api/stats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No data loss. Postgres dump is logical (cross-version safe); Qdrant snapshot is the raw volume tarball.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8229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5400" b="1" i="0">
                <a:solidFill>
                  <a:srgbClr val="1F1F1F"/>
                </a:solidFill>
                <a:latin typeface="Calibri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6424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3000" b="1" i="0">
                <a:solidFill>
                  <a:srgbClr val="B91C1C"/>
                </a:solidFill>
                <a:latin typeface="Calibri"/>
              </a:rPr>
              <a:t>http://127.0.0.1:50002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589520" cy="228600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Ask Hotpot  ·  "ML papers from arxiv this year, newest first"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Contribute  ·  paste any blog post URL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Corpus  ·  click the counter → drawer of all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feed.ai2wj.com — daily CS digest · powered by Qwen3.5, a free self-hosted LLM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