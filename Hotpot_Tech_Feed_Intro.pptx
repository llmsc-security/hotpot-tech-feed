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Hotpot Tech Feed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digest of computer science — without the noise.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feed.ai2wj.com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science moves faster than you can read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stuff is scattered across labs, blogs, papers, and feeds.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743200" cy="178308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4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per day on arXiv cs.*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743200" cy="178308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4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118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labs, blogs, and conferences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2743200" cy="178308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4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5836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most people have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4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follow it all — so we do.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things, every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Tidy. Deliver.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2834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05740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2219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C4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CS labs, blogs, papers, conferences, and news sites — checked on a schedule.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743200" cy="2834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05740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2219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C4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5760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groups items by topic, removes duplicates, and writes a 1–2 sentence summary.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1828800"/>
            <a:ext cx="2743200" cy="2834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60920" y="205740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222199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C4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2940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list, ranked to what you actually read, lands in your inbox each morning.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actually 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minutes a day to stay current.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3192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5-minute daily read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23682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titles, dive into the one or two that matter. Done.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691640"/>
            <a:ext cx="393192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965960"/>
            <a:ext cx="640080" cy="64008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20939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to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806440" y="23682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your topics, content types, and trusted labs — the feed shapes around that.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291840"/>
            <a:ext cx="393192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6941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38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summaries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08760" y="39684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gets a short summary plus a note on why it might matter.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54880" y="3291840"/>
            <a:ext cx="393192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566160"/>
            <a:ext cx="640080" cy="64008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36941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538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806440" y="39684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Vote, mute sources, follow labs. Your feed sharpens with every click.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— three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a minute to set up.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743200" cy="2971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233172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49631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password. We send a verification link via Gmail.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743200" cy="2971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33172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49631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persona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576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Researcher, Engineer, Learner, or Generalist — each ships with sensible defaults.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0" y="1783080"/>
            <a:ext cx="2743200" cy="2971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60920" y="233172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249631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topics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6294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systems, security, HCI, theory… pick what you read about. Adjust anytime.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daily routine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— one is required, two make the feed smarter.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743200" cy="2971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233172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49631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digest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list arrives each morning. Skim titles; click the one or two that catch you.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743200" cy="2971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33172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49631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Vote and refine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576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 keeps it coming. Thumbs-down means less of that. The feed sharpens.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0" y="1783080"/>
            <a:ext cx="2743200" cy="2971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60920" y="2331720"/>
            <a:ext cx="822960" cy="822960"/>
          </a:xfrm>
          <a:prstGeom prst="ellipse">
            <a:avLst/>
          </a:prstGeom>
          <a:solidFill>
            <a:srgbClr val="FBE7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249631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6294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great blog or lab we don't track? Submit it. The community votes.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try Hotpot?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200" kern="0" dirty="0">
                <a:solidFill>
                  <a:srgbClr val="C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feed.ai2wj.com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digest arrives tomorrow morning.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takes 30 seconds.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Hotpot Tech Feed — Introduction</dc:title>
  <dc:subject>PptxGenJS Presentation</dc:subject>
  <dc:creator>Hotpot Tech Feed</dc:creator>
  <cp:lastModifiedBy>Hotpot Tech Feed</cp:lastModifiedBy>
  <cp:revision>1</cp:revision>
  <dcterms:created xsi:type="dcterms:W3CDTF">2026-04-29T16:30:38Z</dcterms:created>
  <dcterms:modified xsi:type="dcterms:W3CDTF">2026-04-29T16:30:38Z</dcterms:modified>
</cp:coreProperties>
</file>